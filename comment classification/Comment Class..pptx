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CCAE7-D642-4CCD-96DF-3F1FA8200294}" type="datetimeFigureOut">
              <a:rPr lang="en-IN" smtClean="0"/>
              <a:t>12-09-2021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07703-E5C3-4733-9BED-CD8946E4E7A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599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CCAE7-D642-4CCD-96DF-3F1FA8200294}" type="datetimeFigureOut">
              <a:rPr lang="en-IN" smtClean="0"/>
              <a:t>12-09-2021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07703-E5C3-4733-9BED-CD8946E4E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373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CCAE7-D642-4CCD-96DF-3F1FA8200294}" type="datetimeFigureOut">
              <a:rPr lang="en-IN" smtClean="0"/>
              <a:t>12-09-2021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07703-E5C3-4733-9BED-CD8946E4E7A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804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CCAE7-D642-4CCD-96DF-3F1FA8200294}" type="datetimeFigureOut">
              <a:rPr lang="en-IN" smtClean="0"/>
              <a:t>12-09-2021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07703-E5C3-4733-9BED-CD8946E4E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21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CCAE7-D642-4CCD-96DF-3F1FA8200294}" type="datetimeFigureOut">
              <a:rPr lang="en-IN" smtClean="0"/>
              <a:t>12-09-2021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07703-E5C3-4733-9BED-CD8946E4E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146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CCAE7-D642-4CCD-96DF-3F1FA8200294}" type="datetimeFigureOut">
              <a:rPr lang="en-IN" smtClean="0"/>
              <a:t>12-09-2021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07703-E5C3-4733-9BED-CD8946E4E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200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CCAE7-D642-4CCD-96DF-3F1FA8200294}" type="datetimeFigureOut">
              <a:rPr lang="en-IN" smtClean="0"/>
              <a:t>12-09-2021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07703-E5C3-4733-9BED-CD8946E4E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734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29CCAE7-D642-4CCD-96DF-3F1FA8200294}" type="datetimeFigureOut">
              <a:rPr lang="en-IN" smtClean="0"/>
              <a:t>12-09-2021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1F07703-E5C3-4733-9BED-CD8946E4E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36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CCAE7-D642-4CCD-96DF-3F1FA8200294}" type="datetimeFigureOut">
              <a:rPr lang="en-IN" smtClean="0"/>
              <a:t>12-09-2021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07703-E5C3-4733-9BED-CD8946E4E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704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CCAE7-D642-4CCD-96DF-3F1FA8200294}" type="datetimeFigureOut">
              <a:rPr lang="en-IN" smtClean="0"/>
              <a:t>12-09-2021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07703-E5C3-4733-9BED-CD8946E4E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891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CCAE7-D642-4CCD-96DF-3F1FA8200294}" type="datetimeFigureOut">
              <a:rPr lang="en-IN" smtClean="0"/>
              <a:t>12-09-2021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07703-E5C3-4733-9BED-CD8946E4E7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182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29CCAE7-D642-4CCD-96DF-3F1FA8200294}" type="datetimeFigureOut">
              <a:rPr lang="en-IN" smtClean="0"/>
              <a:t>12-09-2021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1F07703-E5C3-4733-9BED-CD8946E4E7A1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326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BC31-3EBE-48D4-B73F-DFBC5D25E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1643428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Malignant Comments Classification</a:t>
            </a:r>
            <a:endParaRPr lang="en-IN" sz="5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1E5D72-C729-48BA-AB18-B25B192589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Submitted By- ANURAG KUMAR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1653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404B9-6320-4E23-A42A-29FC70703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5ADB7-562F-4E60-9E87-C0DFD8552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Classify malignant comments.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Clean Data Set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Make prediction model on train test set.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Predict comment classification on test data set.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53004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92EFA-9573-4180-865B-DD5BB96EC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60733-7DE9-435C-8D5D-6344095D6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Data contain two csv file- a) Train Data set b)Test Data set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Training data set have 8 columns including id, comment and comments classification.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Test data set contains two columns, id and comment.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800" dirty="0"/>
              <a:t>Comment data set is text data which required pre-processing.</a:t>
            </a:r>
          </a:p>
        </p:txBody>
      </p:sp>
    </p:spTree>
    <p:extLst>
      <p:ext uri="{BB962C8B-B14F-4D97-AF65-F5344CB8AC3E}">
        <p14:creationId xmlns:p14="http://schemas.microsoft.com/office/powerpoint/2010/main" val="860607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A6EAD-36A2-4450-8AC9-7BC32A8A4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Comment Column preprocessing Approach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C0EBC-4FD0-4D1D-B78C-2E677C159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6390"/>
          </a:xfrm>
        </p:spPr>
        <p:txBody>
          <a:bodyPr/>
          <a:lstStyle/>
          <a:p>
            <a:r>
              <a:rPr lang="en-US" dirty="0"/>
              <a:t>Convert all messages to lower case</a:t>
            </a:r>
          </a:p>
          <a:p>
            <a:r>
              <a:rPr lang="en-US" dirty="0"/>
              <a:t>Replace email addresses with 'email’</a:t>
            </a:r>
          </a:p>
          <a:p>
            <a:r>
              <a:rPr lang="en-IN" dirty="0"/>
              <a:t>Replace URLs with ‘webaddress’</a:t>
            </a:r>
            <a:endParaRPr lang="en-US" dirty="0"/>
          </a:p>
          <a:p>
            <a:r>
              <a:rPr lang="en-US" dirty="0"/>
              <a:t>Replace money symbols with '</a:t>
            </a:r>
            <a:r>
              <a:rPr lang="en-US" dirty="0" err="1"/>
              <a:t>moneysymb</a:t>
            </a:r>
            <a:r>
              <a:rPr lang="en-US" dirty="0"/>
              <a:t>'</a:t>
            </a:r>
            <a:endParaRPr lang="en-IN" dirty="0"/>
          </a:p>
          <a:p>
            <a:r>
              <a:rPr lang="en-US" dirty="0"/>
              <a:t>Replace 10 digit phone numbers (formats include parenthesis, spaces, no spaces, dashes) with '</a:t>
            </a:r>
            <a:r>
              <a:rPr lang="en-US" dirty="0" err="1"/>
              <a:t>phonenumber</a:t>
            </a:r>
            <a:r>
              <a:rPr lang="en-US" dirty="0"/>
              <a:t>’</a:t>
            </a:r>
          </a:p>
          <a:p>
            <a:r>
              <a:rPr lang="en-US" dirty="0"/>
              <a:t>Replace numbers with '</a:t>
            </a:r>
            <a:r>
              <a:rPr lang="en-US" dirty="0" err="1"/>
              <a:t>numbr</a:t>
            </a:r>
            <a:r>
              <a:rPr lang="en-US" dirty="0"/>
              <a:t>’</a:t>
            </a:r>
          </a:p>
          <a:p>
            <a:r>
              <a:rPr lang="en-US" dirty="0"/>
              <a:t>Remove punctuations</a:t>
            </a:r>
          </a:p>
          <a:p>
            <a:r>
              <a:rPr lang="en-US" dirty="0"/>
              <a:t>Remove stop words</a:t>
            </a:r>
          </a:p>
          <a:p>
            <a:r>
              <a:rPr lang="en-US" dirty="0"/>
              <a:t>Word Lemmatize.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759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C011F-5AFF-4CBF-B06C-C34519271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 Visualization- Wordnet (Malignant Comment)</a:t>
            </a:r>
            <a:endParaRPr lang="en-IN" sz="3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8254E3E-358C-40C2-BC57-A40BB3F668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477" y="1737359"/>
            <a:ext cx="5612523" cy="447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0988A1A-F4AF-4630-ACC7-B1E82F6D9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5374" y="1737360"/>
            <a:ext cx="5734378" cy="4474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5514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6F161-E207-4C8B-BF4A-1C85D771F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Correlation Matrix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52BF39C-B0B7-465F-A870-9FA78B3E27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938" y="1846263"/>
            <a:ext cx="8713076" cy="402272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2186730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FDFA1-3B49-422E-AB3E-9D746DED4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Count plot  Malignant and Highly Malignant</a:t>
            </a:r>
            <a:endParaRPr lang="en-IN" sz="44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1B1C5B8-7C8B-43B5-AE5D-6B29A1968C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86" y="2183036"/>
            <a:ext cx="5297214" cy="39234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E7B7C0FE-56A5-421C-9EC7-A34C846BB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208" y="2185664"/>
            <a:ext cx="5297214" cy="3920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1395388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B18D3-52F3-44BC-AB34-9C57EDD01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90" y="286603"/>
            <a:ext cx="11109434" cy="1450757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Characterization of Malignant(0) and Non- Malignant (1)</a:t>
            </a:r>
            <a:endParaRPr lang="en-IN" sz="36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26C9B41-4817-41F6-856B-945A0FAD76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944414"/>
            <a:ext cx="8986345" cy="35963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4188516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A9151-FA06-42B2-841F-0565EFFD8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Classification Model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7887580-F47E-4123-88E2-23B11E8B89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8135071"/>
              </p:ext>
            </p:extLst>
          </p:nvPr>
        </p:nvGraphicFramePr>
        <p:xfrm>
          <a:off x="1096963" y="1846263"/>
          <a:ext cx="10058400" cy="3944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182052613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5671014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4088143410"/>
                    </a:ext>
                  </a:extLst>
                </a:gridCol>
              </a:tblGrid>
              <a:tr h="986235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 Accuracy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Accuracy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155893"/>
                  </a:ext>
                </a:extLst>
              </a:tr>
              <a:tr h="986235">
                <a:tc>
                  <a:txBody>
                    <a:bodyPr/>
                    <a:lstStyle/>
                    <a:p>
                      <a:r>
                        <a:rPr lang="en-US" dirty="0"/>
                        <a:t>Logistic Regression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93.76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92.866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36892"/>
                  </a:ext>
                </a:extLst>
              </a:tr>
              <a:tr h="986235">
                <a:tc>
                  <a:txBody>
                    <a:bodyPr/>
                    <a:lstStyle/>
                    <a:p>
                      <a:r>
                        <a:rPr lang="en-US" dirty="0"/>
                        <a:t>Decision Tree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99.79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93.83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948244"/>
                  </a:ext>
                </a:extLst>
              </a:tr>
              <a:tr h="986235">
                <a:tc>
                  <a:txBody>
                    <a:bodyPr/>
                    <a:lstStyle/>
                    <a:p>
                      <a:r>
                        <a:rPr lang="en-US" dirty="0"/>
                        <a:t>Random Forest Classifier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99.79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97.58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085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8798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FFADA-139F-40B8-B7CB-3D08662AF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&amp; Classification Report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AF887-EE37-44D7-91A2-8CCB7AB12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258" y="1950837"/>
            <a:ext cx="5808017" cy="402336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/>
              <a:t>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0       0.99      0.96      0.98     43173</a:t>
            </a:r>
          </a:p>
          <a:p>
            <a:r>
              <a:rPr lang="en-US" dirty="0"/>
              <a:t>           1       0.96      0.99      0.98     42835</a:t>
            </a:r>
          </a:p>
          <a:p>
            <a:endParaRPr lang="en-US" dirty="0"/>
          </a:p>
          <a:p>
            <a:r>
              <a:rPr lang="en-US" dirty="0"/>
              <a:t>    accuracy                           0.98     86008</a:t>
            </a:r>
          </a:p>
          <a:p>
            <a:r>
              <a:rPr lang="en-US" dirty="0"/>
              <a:t>   macro avg       0.98      0.98      0.98     86008</a:t>
            </a:r>
          </a:p>
          <a:p>
            <a:r>
              <a:rPr lang="en-US" dirty="0"/>
              <a:t>weighted avg       0.98      0.98      0.98     86008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B2A7B-98C9-453E-A94B-D7F82F919463}"/>
              </a:ext>
            </a:extLst>
          </p:cNvPr>
          <p:cNvSpPr txBox="1"/>
          <p:nvPr/>
        </p:nvSpPr>
        <p:spPr>
          <a:xfrm>
            <a:off x="977461" y="2404269"/>
            <a:ext cx="3857297" cy="64633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dirty="0"/>
              <a:t>[[41549  1624]</a:t>
            </a:r>
          </a:p>
          <a:p>
            <a:r>
              <a:rPr lang="en-IN" dirty="0"/>
              <a:t> [  451 42384]]</a:t>
            </a:r>
          </a:p>
        </p:txBody>
      </p:sp>
    </p:spTree>
    <p:extLst>
      <p:ext uri="{BB962C8B-B14F-4D97-AF65-F5344CB8AC3E}">
        <p14:creationId xmlns:p14="http://schemas.microsoft.com/office/powerpoint/2010/main" val="484084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5472C-D188-4C2C-9FB4-9DC51A110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ROC- CURVE</a:t>
            </a:r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B3DD354-25F9-401F-8E3D-2043085179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779" y="2085572"/>
            <a:ext cx="8776138" cy="39263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608500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C94EA-189F-47F5-8FD0-7CBB67AB2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67255"/>
            <a:ext cx="10058400" cy="970105"/>
          </a:xfrm>
        </p:spPr>
        <p:txBody>
          <a:bodyPr/>
          <a:lstStyle/>
          <a:p>
            <a:pPr algn="ctr"/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75FB1-DE88-432A-9F50-2F2DF476F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Attained 97% accuracy in test dataset.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Roc curve shows maximum area are under the curve.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Model predicted following results- 1- 77850, 0-75314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1852715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49</TotalTime>
  <Words>270</Words>
  <Application>Microsoft Office PowerPoint</Application>
  <PresentationFormat>Widescreen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Retrospect</vt:lpstr>
      <vt:lpstr>Malignant Comments Classification</vt:lpstr>
      <vt:lpstr>PROBLEM STATEMENT</vt:lpstr>
      <vt:lpstr>Data Description</vt:lpstr>
      <vt:lpstr>Comment Column preprocessing Approach</vt:lpstr>
      <vt:lpstr>Data Visualization- Wordnet (Malignant Comment)</vt:lpstr>
      <vt:lpstr>Correlation Matrix</vt:lpstr>
      <vt:lpstr>Count plot  Malignant and Highly Malignant</vt:lpstr>
      <vt:lpstr>Characterization of Malignant(0) and Non- Malignant (1)</vt:lpstr>
      <vt:lpstr>Different Classification Model</vt:lpstr>
      <vt:lpstr>Confusion Matrix &amp; Classification Report</vt:lpstr>
      <vt:lpstr>ROC- CURVE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Malignant Comments Classification</dc:title>
  <dc:creator>Anurag</dc:creator>
  <cp:lastModifiedBy>Anurag</cp:lastModifiedBy>
  <cp:revision>1</cp:revision>
  <dcterms:created xsi:type="dcterms:W3CDTF">2021-09-12T09:38:42Z</dcterms:created>
  <dcterms:modified xsi:type="dcterms:W3CDTF">2021-09-12T10:28:03Z</dcterms:modified>
</cp:coreProperties>
</file>